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9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74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5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06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30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2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6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7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858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790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23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474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254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522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62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7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Twitter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Using NLP &amp; Machine Learning</a:t>
            </a:r>
          </a:p>
          <a:p>
            <a:r>
              <a:rPr lang="en-IN" dirty="0"/>
              <a:t>Data </a:t>
            </a:r>
            <a:r>
              <a:rPr dirty="0"/>
              <a:t>Analytics Project</a:t>
            </a:r>
            <a:endParaRPr lang="en-IN" dirty="0"/>
          </a:p>
          <a:p>
            <a:r>
              <a:rPr lang="en-IN" dirty="0"/>
              <a:t>Pavithra L</a:t>
            </a:r>
            <a:br>
              <a:rPr lang="en-IN" dirty="0"/>
            </a:br>
            <a:r>
              <a:rPr lang="en-IN" dirty="0"/>
              <a:t>pavithral.analytics@gmail.com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Twitter data to classify sentiment</a:t>
            </a:r>
          </a:p>
          <a:p>
            <a:r>
              <a:t>• Identify Positive and Negative opinions</a:t>
            </a:r>
          </a:p>
          <a:p>
            <a:r>
              <a:t>• Apply NLP techniques for text preprocessing</a:t>
            </a:r>
          </a:p>
          <a:p>
            <a:r>
              <a:t>• Build a Machine Learning classification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Dataset: Sentiment140 (1.6 Million Tweets)</a:t>
            </a:r>
          </a:p>
          <a:p>
            <a:endParaRPr/>
          </a:p>
          <a:p>
            <a:r>
              <a:t>Steps:</a:t>
            </a:r>
          </a:p>
          <a:p>
            <a:r>
              <a:t>• Data Cleaning &amp; Preprocessing</a:t>
            </a:r>
          </a:p>
          <a:p>
            <a:r>
              <a:t>• Stopword Removal</a:t>
            </a:r>
          </a:p>
          <a:p>
            <a:r>
              <a:t>• TF-IDF Vectorization</a:t>
            </a:r>
          </a:p>
          <a:p>
            <a:r>
              <a:t>• Logistic Regression Model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Used: Logistic Regression</a:t>
            </a:r>
          </a:p>
          <a:p>
            <a:endParaRPr/>
          </a:p>
          <a:p>
            <a:r>
              <a:t>• Accuracy: ~78% - 83%</a:t>
            </a:r>
          </a:p>
          <a:p>
            <a:r>
              <a:t>• Confusion Matrix Evaluation</a:t>
            </a:r>
          </a:p>
          <a:p>
            <a:r>
              <a:t>• Balanced classification performance</a:t>
            </a:r>
          </a:p>
          <a:p>
            <a:r>
              <a:t>• Reliable sentiment prediction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brand reputation in real-time</a:t>
            </a:r>
          </a:p>
          <a:p>
            <a:r>
              <a:t>• Measure customer satisfaction</a:t>
            </a:r>
          </a:p>
          <a:p>
            <a:r>
              <a:t>• Detect negative feedback early</a:t>
            </a:r>
          </a:p>
          <a:p>
            <a:r>
              <a:t>• Support data-driven marketing decisions</a:t>
            </a:r>
          </a:p>
          <a:p>
            <a:r>
              <a:t>• Improve product strategy using sentiment trends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</TotalTime>
  <Words>138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Twitter Sentiment Analysis</vt:lpstr>
      <vt:lpstr>Problem Statement</vt:lpstr>
      <vt:lpstr>Dataset &amp; Methodology</vt:lpstr>
      <vt:lpstr>Model &amp; Results</vt:lpstr>
      <vt:lpstr>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L</cp:lastModifiedBy>
  <cp:revision>2</cp:revision>
  <dcterms:created xsi:type="dcterms:W3CDTF">2013-01-27T09:14:16Z</dcterms:created>
  <dcterms:modified xsi:type="dcterms:W3CDTF">2026-02-15T07:28:50Z</dcterms:modified>
  <cp:category/>
</cp:coreProperties>
</file>